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LambdaIDS.</a:t>
            </a:r>
          </a:p>
          <a:p/>
          <a:p>
            <a:r>
              <a:t>We are building the immune system for the IoT edge.</a:t>
            </a:r>
          </a:p>
          <a:p/>
          <a:p>
            <a:r>
              <a:t>Every day, we connect more critical infrastructure to the internet—from factories to power grids.</a:t>
            </a:r>
          </a:p>
          <a:p>
            <a:r>
              <a:t>But the devices running them are vulnerable. We are here to change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racing towards a world with 75 billion connected devices.</a:t>
            </a:r>
          </a:p>
          <a:p/>
          <a:p>
            <a:r>
              <a:t>But here is the problem: The security tools we use for laptops and servers simply do not fit on these tiny chips.</a:t>
            </a:r>
          </a:p>
          <a:p/>
          <a:p>
            <a:r>
              <a:t>This leaves our most critical infrastructure—energy grids, hospitals, factories—wide open to attack.</a:t>
            </a:r>
          </a:p>
          <a:p>
            <a:r>
              <a:t>Current solutions are too heavy, too expensive, or simply non-existent for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So, why is this the right time for LambdaIDS? Because the rules of the game have changed.</a:t>
            </a:r>
          </a:p>
          <a:p/>
          <a:p>
            <a:r>
              <a:t>With the EU Cyber Resilience Act, security is no longer a 'nice-to-have'. It is the law.</a:t>
            </a:r>
          </a:p>
          <a:p/>
          <a:p>
            <a:r>
              <a:t>If a device is not secure by design, it cannot be sold in the EU. Period.</a:t>
            </a:r>
          </a:p>
          <a:p/>
          <a:p>
            <a:r>
              <a:t>Manufacturers are panicking. They are hardware experts, not security experts. They need a drop-in solution to stay in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LambdaIDS.</a:t>
            </a:r>
          </a:p>
          <a:p/>
          <a:p>
            <a:r>
              <a:t>Think of it as an autonomous immune system for every device.</a:t>
            </a:r>
          </a:p>
          <a:p/>
          <a:p>
            <a:r>
              <a:t>It sits right on the microcontroller. It learns what 'normal' looks like and blocks anomalies in real-time.</a:t>
            </a:r>
          </a:p>
          <a:p/>
          <a:p>
            <a:r>
              <a:t>It doesn't need the cloud. It doesn't drain the battery. And most importantly, it makes compliance easy for the manufacturer.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security sends data to the cloud to be checked. That's slow, expensive, and risky.</a:t>
            </a:r>
          </a:p>
          <a:p/>
          <a:p>
            <a:r>
              <a:t>LambdaIDS processes everything locally.</a:t>
            </a:r>
          </a:p>
          <a:p/>
          <a:p>
            <a:r>
              <a:t>This means we catch attacks in milliseconds, not minutes. We work even when the internet is down.</a:t>
            </a:r>
          </a:p>
          <a:p/>
          <a:p>
            <a:r>
              <a:t>And we do it with a fraction of the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opportunity is massive.</a:t>
            </a:r>
          </a:p>
          <a:p/>
          <a:p>
            <a:r>
              <a:t>The global IoT security market is over 30 billion dollars and growing fast.</a:t>
            </a:r>
          </a:p>
          <a:p/>
          <a:p>
            <a:r>
              <a:t>We are laser-focused on the high-value Industrial and Utility sectors first—our SAM is around 4 billion.</a:t>
            </a:r>
          </a:p>
          <a:p/>
          <a:p>
            <a:r>
              <a:t>Starting with the Nordics and expanding to MENA, we are targeting a reachable market of 100 million in the next 3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make money?</a:t>
            </a:r>
          </a:p>
          <a:p/>
          <a:p>
            <a:r>
              <a:t>We are a software company. We license our SDK to device manufacturers.</a:t>
            </a:r>
          </a:p>
          <a:p/>
          <a:p>
            <a:r>
              <a:t>It's a scalable B2B model with high margins. We charge a per-device fee, or an annual subscription for advanced fleet analytics.</a:t>
            </a:r>
          </a:p>
          <a:p/>
          <a:p>
            <a:r>
              <a:t>Currently, we are engaging in paid pilots to fine-tune the product with top-tier industrial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aren't just an idea. We have real traction.</a:t>
            </a:r>
          </a:p>
          <a:p/>
          <a:p>
            <a:r>
              <a:t>We are collaborating with Combitech and RISE, validating our tech against the toughest standards.</a:t>
            </a:r>
          </a:p>
          <a:p/>
          <a:p>
            <a:r>
              <a:t>We have secured grant funding, proving the novelty of our technology.</a:t>
            </a:r>
          </a:p>
          <a:p/>
          <a:p>
            <a:r>
              <a:t>And we are already in talks with major players in the industrial automation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look at the competition, there is a clear gap.</a:t>
            </a:r>
          </a:p>
          <a:p/>
          <a:p>
            <a:r>
              <a:t>Cloud solutions like Darktrace are too heavy. Legacy firewalls are too dumb—they can't stop new attacks.</a:t>
            </a:r>
          </a:p>
          <a:p/>
          <a:p>
            <a:r>
              <a:t>LambdaIDS is the only solution that brings smart, adaptive AI to the smallest chips.</a:t>
            </a:r>
          </a:p>
          <a:p/>
          <a:p>
            <a:r>
              <a:t>Our moat lies in our proprietary algorithms that squeeze this intelligence into less than 100 kilobytes.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plan for the next 18 months.</a:t>
            </a:r>
          </a:p>
          <a:p/>
          <a:p>
            <a:r>
              <a:t>By mid-2025, we will finalize our SDK and complete our key pilots.</a:t>
            </a:r>
          </a:p>
          <a:p/>
          <a:p>
            <a:r>
              <a:t>By the end of the year, we aim for our first commercial deployments and full certification.</a:t>
            </a:r>
          </a:p>
          <a:p/>
          <a:p>
            <a:r>
              <a:t>In 2026, we expand aggressively into the MENA region and look towards a Series A to scale globally.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team is built for this challenge.</a:t>
            </a:r>
          </a:p>
          <a:p/>
          <a:p>
            <a:r>
              <a:t>Soroush leads our strategy, Ahmad drives our deep tech innovation, and Hossein ensures our scientific rigor.</a:t>
            </a:r>
          </a:p>
          <a:p/>
          <a:p>
            <a:r>
              <a:t>Together, we live at the intersection of hardware constraints and software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raising between 500k and 1 million dollars.</a:t>
            </a:r>
          </a:p>
          <a:p/>
          <a:p>
            <a:r>
              <a:t>This capital will take us from validated tech to commercial product.</a:t>
            </a:r>
          </a:p>
          <a:p/>
          <a:p>
            <a:r>
              <a:t>The majority will go into R&amp;D and securing those critical certifications.</a:t>
            </a:r>
          </a:p>
          <a:p/>
          <a:p>
            <a:r>
              <a:t>We invite you to join us. Let's define the standard for secure AI at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Let's build a secure future together.</a:t>
            </a:r>
          </a:p>
          <a:p/>
          <a:p>
            <a:r>
              <a:t>I'm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LambdaIDS: The Immune System for the Edge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Securing the Critical Infrastructure of Tomorrow with TinyML</a:t>
            </a: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We enable secure, autonomous, and compliant IoT at the edge.</a:t>
            </a: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Contact: Soroush Safaei | Ahmad Mostafavi | Hossein Fotouhi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The Problem: The 'Smart' World is Critically Vulnerable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Explosion of Attack Surface: 75 Billion IoT devices by 2025.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Resource Constraints: Existing security tools (agents, firewalls) are too heavy for microcontrollers.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The Result: 98% of IoT traffic is unencrypted or vulnerable.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Critical Risk: Ransomware in hospitals, grid shutdowns, industrial espionage.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Why Now? The Regulatory Tsunami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EU Cyber Resilience Act (CRA): Mandatory cybersecurity for ALL connected products by 2025/2026.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IEC 62443: Moving from 'nice-to-have' to 'must-have' for industrial compliance.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The Market Gap: Manufacturers are entering a panic mode. They lack the expertise to build compliant security from scratch.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Opportunity: Compliance is no longer optional—it is a license to operate.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The Solution: LambdaIDS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Autonomous On-Device Security: An AI agent that lives ON the microcontroller.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Real-time Anomaly Detection: Detects zero-day attacks instantly without cloud latency.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Ultra-Lightweight: Runs on &lt;100KB RAM. Consumes negligible battery.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Compliance-Ready: Built to satisfy IEC 62443 and CRA requirements out of the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How It Works: Edge AI vs. Cloud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Traditional (Cloud): High latency, privacy risks, high data cost, fails offline.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LambdaIDS (Edge): Zero latency, privacy-preserving, works offline, 100x more energy efficient.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Tech Stack: Proprietary TinyML algorithms optimized for ARM Cortex-M and RISC-V.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Total Addressable Market (TAM): $30B+ IoT Security Market (growing 25% YoY).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Serviceable Available Market (SAM): $4B Industrial &amp; Utility IoT Security.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Serviceable Obtainable Market (SOM): $100M (Nordic + MENA Critical Infrastructure).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Target Segments: Industrial Automation (IIoT), Smart Energy, Automotive.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B2B Licensing &amp; SDK: Per-device license fee for OEMs.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Tiered Subscription: Basic (Detection) vs. Pro (Prevention + Fleet Analytics).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Pilot Strategy: Paid pilots with Tier 1 manufacturers to validate and customize.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Scalability: High-margin software model (80%+ gross margin at scale).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Traction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Key Partners: Collaboration with Combitech &amp; RISE (Research Institutes of Sweden).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Academic Validation: Backed by cutting-edge research in Embedded AI.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Funding: Secured early grant funding (Vinnova/VFT). Validation of tech novelty.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Pipeline: Discussions with major players in Industrial Automation (ABB, Siemens ecosystem).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Cloud-Based (Darktrace, etc.): Too heavy, high latency. (LambdaIDS wins on Speed/Size).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Embedded Legacy (Firewalls): Static rules, can't stop zero-days. (LambdaIDS wins on Adaptability).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The LambdaIDS Advantage: The only solution combining TinyML + IEC 62443 Compliance + &lt;100KB Footprint.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Moat: Proprietary quantization algorithms &amp; curated attack datasets.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Roadmap: Path to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Q1-Q2 2025: Finalize SDK v1.0. Complete Pilot with Combitech/RISE.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Q3-Q4 2025: First Commercial Deployments (Industrial Sector). Achieve IEC 62443 Cert.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2026: Expansion to MENA region. Series A for Global Scale.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2027: Integration with major Chip Vendors (ST, NXP).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Soroush Safaei: Co-Founder &amp; CEO. Expertise in AI &amp; Business Strategy.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Ahmad Mostafavi: Co-Founder &amp; CTO. Deep tech expert in Embedded Systems.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Hossein Fotouhi: Co-Founder &amp; Scientific Lead. Professor in IoT &amp; Networks.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Why Us: We bridge the gap between Data Science and Hardware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Seeking: $500K - $1M (Seed / Pre-Seed).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Use of Funds: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  - 40% R&amp;D (SDK refinement, Certification).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  - 30% Business Dev (Pilot execution, Partnership management).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  - 30% Operations &amp; Legal (IP Protection).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• Opportunity: Join us in defining the standard for Edge AI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8B7355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Let's build a secure future together.</a:t>
            </a: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Soroush Safaei, Ahmad Mostafavi, Hossein Fotouhi</a:t>
            </a: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LambdaIDS</a:t>
            </a:r>
          </a:p>
          <a:p>
            <a:pPr>
              <a:defRPr sz="2400">
                <a:solidFill>
                  <a:srgbClr val="333333"/>
                </a:solidFill>
                <a:latin typeface="Arial"/>
              </a:defRPr>
            </a:pPr>
            <a:r>
              <a:t>www.lambdaids.se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