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8B7355"/>
                </a:solidFill>
                <a:latin typeface="Arial"/>
              </a:defRPr>
            </a:pPr>
            <a:r>
              <a:t>TinyML-based Intrusion Detection </a:t>
            </a:r>
          </a:p>
          <a:p>
            <a:pPr>
              <a:defRPr b="1" sz="4400">
                <a:solidFill>
                  <a:srgbClr val="8B7355"/>
                </a:solidFill>
                <a:latin typeface="Arial"/>
              </a:defRPr>
            </a:pPr>
            <a:r>
              <a:t>for IoT Devices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7355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Over 18 billion IoT devices in use. Expected to reach 40 billion by 2030*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Cybersecurity threats are surging: 400% increase in malware attack over year 2022*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Stricter regulations and customer demand drive compliance pressure *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IEC 62443 requires continuous anomaly detection; yet most vendors are not compliant.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* https://iot-analytics.com/number-connected-iot-devices/?utm_source=chatgpt.com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7355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Analysts forecast the global IoT security market to grow from around USD 35 billion in 2024 to well over USD 100 billion by 2030. *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Industrial automation &amp; energy sectors are leading the demand.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Vendors must integrate embedded security to achieve IEC 62443 compliance by 2027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* https://www.grandviewresearch.com/industry-analysis/internet-of-things-iot-security-market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7355"/>
                </a:solidFill>
                <a:latin typeface="Arial"/>
              </a:defRPr>
            </a:pPr>
            <a:r>
              <a:t>Todays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Cloud IDS, while suitable for some application, has the following drawbacks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High Latency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Privacy risk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Dependence on continuous connectivity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7355"/>
                </a:solidFill>
                <a:latin typeface="Arial"/>
              </a:defRPr>
            </a:pPr>
            <a:r>
              <a:t>Todays Solutions - 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Local Server, could be a feasible solution for some but has the folowing cons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Increases system complexity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Too costly for large-scale or low-margin applications (e.g. Traffic cameras)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7355"/>
                </a:solidFill>
                <a:latin typeface="Arial"/>
              </a:defRPr>
            </a:pPr>
            <a:r>
              <a:t>Todays Solutions - 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Deploying IDS directly on IoT/IIoT devices can address many challenges.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Rule-based IDS cannot keep up with AI-driven and evolving cyberattacks.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IoT devices lack sufficient compute power &amp; memory to run traditional AI-based IDS.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7355"/>
                </a:solidFill>
                <a:latin typeface="Arial"/>
              </a:defRPr>
            </a:pPr>
            <a:r>
              <a:t>Our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TinyML Intrusion Detection SDK for MCUs.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An AI based IDS: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Small enough to fit into embedded devices (less than 1MB)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Fast response:  &lt; 300 µs latency 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High accuracy: &gt;98 % accuracy 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Plug-and-play C/C++ library.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Covers detection requirement requested by IEC 62443.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7355"/>
                </a:solidFill>
                <a:latin typeface="Arial"/>
              </a:defRPr>
            </a:pPr>
            <a:r>
              <a:t>Proof of Feasibility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Based on research from Mälardalen University.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Validated on RISC-V emulator → 98 % accuracy.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Same architecture portable to ARM Cortex-M.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7355"/>
                </a:solidFill>
                <a:latin typeface="Arial"/>
              </a:defRPr>
            </a:pPr>
            <a:r>
              <a:t>Technology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Phase Goal Deliverable: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Q1,Q2: SDK core + ARM prototype → Working demo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Q3: Industrial pilot (ABB/Combitech) → Case study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Q4: SDK v1 release → licensing preparation &amp; commercialization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7355"/>
                </a:solidFill>
                <a:latin typeface="Arial"/>
              </a:defRPr>
            </a:pPr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B2B SDK licensing (per-device or project).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Maintenance &amp; update subscriptions.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Optional gateway demo kit that enables customers to integrate our SDK quickly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7355"/>
                </a:solidFill>
                <a:latin typeface="Arial"/>
              </a:defRPr>
            </a:pPr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7355"/>
                </a:solidFill>
                <a:latin typeface="Arial"/>
              </a:defRPr>
            </a:pPr>
            <a:r>
              <a:t>Target Market &amp; Partners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Industrial Automation: ABB, Siemens, Atlas Copco.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Energy &amp; Utility: Hitachi Energy, Vattenfall.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Integration Partners: Combitech, RISE.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Ideal for vendors seeking IEC 62443 certification.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7355"/>
                </a:solidFill>
                <a:latin typeface="Arial"/>
              </a:defRPr>
            </a:pPr>
            <a:r>
              <a:t>Funding &amp; Use of Funds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Ask: SEK 500 000 – 1 M (grant + seed).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Allocation: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40 % - Software &amp; SDK development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30 % - Hardware demo and testing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20 % - Market validation / IEC 62443 cert support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10 % - Admin &amp; legal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7355"/>
                </a:solidFill>
                <a:latin typeface="Arial"/>
              </a:defRPr>
            </a:pPr>
            <a:r>
              <a:t>Vision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“Enabling secure and autonomous IoT - everywhere.”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Terneshk aims to become a key enabler for IEC 62443-compliant embedded devices.</a:t>
            </a:r>
          </a:p>
          <a:p>
            <a:br/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Exit strategy: potential acquisition by a security or industrial automation leader.</a:t>
            </a:r>
          </a:p>
          <a:p>
            <a:br/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Call to action: Join us in building Sweden’s first/Next(?) embedded AI security platform.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C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7355"/>
                </a:solidFill>
                <a:latin typeface="Arial"/>
              </a:defRPr>
            </a:pPr>
            <a:r>
              <a:t>Thanks for your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